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Antessala nasce de uma pergunta simples: como garantir que a recepção reserve o tempo certo sem pedir que ela interprete informação clínica? A resposta começa antes da agenda, na triagem de enfermagem.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Hoje, o pedido chega à recepção sem uma tradução operacional da anamnese. A recepção não deve ler medicamentos e comorbidades para decidir duração. Então todo mundo cai numa grade cega: ou sobra tempo, ou falta tempo justamente onde não podia faltar.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Colocamos a enfermagem como ponte. Ela trabalha num Composer, não num formulário rígido: organiza widgets, cria protocolos e registra estados semânticos. A base já nasce robusta e offline: CID‑10 com 14.793 entradas no snapshot e um recorte perioperatório curado de 382 medicamentos, reconhecidos também por 1.447 aliases.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saída não é um score de gravidade. É uma proposta operacional: rápida, normal ou estendida, com duração explicável. A regra é determinística; a enfermagem vê o porquê, confirma ou corrige. O sistema não atribui ASA, não declara aptidão e não substitui decisão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recepção não recebe um prontuário para interpretar. Recebe slots compatíveis. A duração aparece no tamanho da vaga, e a mesma lógica comporta sala, profissional, apoio e acessibilidade. Se duas pessoas disputarem a mesma capacidade, o conflito volta de modo claro e recuperável.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uma linha: a recepção abre o caso; a enfermagem estrutura a entrevista; o sistema propõe uma classe e explica; a pessoa confirma; a recepção recebe capacidade compatível. A IA, se usada, vive isolada e só sugere rascunhos. O fluxo-base continua funcionando localmente, sem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Antessala não promete fabricar capacidade. Ele faz a capacidade disponível enxergar diferenças: a enfermagem registra, a recepção agenda sem interpretar clínica e a anestesiologia recebe tempo e informação coerentes. O próximo passo é validar as regras e durações com o ambulatório.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antonio/Documents/Codex/2026-08-14/miss-o-criar-o-warlog-exaustivo/work/antessala-pitch-rendere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A8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Antessala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Antessala — A vaga certa começa antes da agenda</dc:title>
  <dc:subject>Pitch do fluxo de agendamento pré-anestésico</dc:subject>
  <dc:creator>Antessala</dc:creator>
  <cp:lastModifiedBy>Antessala</cp:lastModifiedBy>
  <cp:revision>1</cp:revision>
  <dcterms:created xsi:type="dcterms:W3CDTF">2026-08-14T17:08:59Z</dcterms:created>
  <dcterms:modified xsi:type="dcterms:W3CDTF">2026-08-14T17:08:59Z</dcterms:modified>
</cp:coreProperties>
</file>